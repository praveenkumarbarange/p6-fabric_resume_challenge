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5" autoAdjust="0"/>
    <p:restoredTop sz="94660"/>
  </p:normalViewPr>
  <p:slideViewPr>
    <p:cSldViewPr snapToGrid="0">
      <p:cViewPr>
        <p:scale>
          <a:sx n="70" d="100"/>
          <a:sy n="70" d="100"/>
        </p:scale>
        <p:origin x="1114" y="22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167B-6397-1021-A11F-43C34FDE0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E3BE3-5312-3BE0-298A-DEE0757F8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436CD-BBE6-A145-1E50-B1242C31A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400C-D0EB-4179-AAD6-AC31D48D80C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55C06-3E6B-E18A-73DE-302C3067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6DB7F-6CB5-483E-308C-43788595F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65A4-E9D3-4677-A98F-58036D169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573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863F-7D44-BA65-E18F-12530497D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D7681-975D-2623-BCF0-0056BD53C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EC01F-1859-67FD-8DBD-62B6E9E31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400C-D0EB-4179-AAD6-AC31D48D80C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E2594-D152-541B-7E75-0A416E35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29CDF-E618-1B83-FBF7-EBC714B1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65A4-E9D3-4677-A98F-58036D169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52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6D2D-30F7-3C2B-5519-7177AE852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AD979-5045-A89A-5B8C-658CE25F7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260CF-8ADD-9005-8560-247EB4FF0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400C-D0EB-4179-AAD6-AC31D48D80C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688F0-9D3E-65F3-251D-48CC79D1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24955-9B62-D559-85B4-FED9901B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65A4-E9D3-4677-A98F-58036D169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80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B09CC-53C5-B911-A1A9-3B28B95F0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41172-DB65-4E36-2182-2B8FC45119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09B46-C83B-D6B0-5DBE-E3E2AD974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6F692-2DC1-6E23-2CE7-659C170D6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400C-D0EB-4179-AAD6-AC31D48D80C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06B6A-AB4B-6137-07D3-A63C4745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C1498-6AA2-8160-A87A-FD551437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65A4-E9D3-4677-A98F-58036D169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17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D3189-F7C5-EE83-F651-9EDEA0D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08A06-6224-482E-6E6B-ACB678AE2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9EF4E-0B0E-6B60-09BE-7F2E3DDAC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D7ABAB-4D3D-7035-44FD-BA758C3AC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5D2035-1305-ECF1-1D85-08C0B96C7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50706E-FB6A-7B40-BED7-FC7EF816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400C-D0EB-4179-AAD6-AC31D48D80C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E1632-A131-29FF-AF30-14CA2EFA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E73826-14BE-9CE4-8AEB-1646CEF1D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65A4-E9D3-4677-A98F-58036D169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439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4B42D-C8C4-DDE5-546C-D58C3B585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6296E-0316-4CA6-921A-7FD36EC7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400C-D0EB-4179-AAD6-AC31D48D80C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05A37A-4E71-E141-9371-5FCABEDE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CD09A-1585-D5F3-3E67-FDBB77B0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65A4-E9D3-4677-A98F-58036D169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9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87E0B-4E80-74C4-A28A-BFA74689F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400C-D0EB-4179-AAD6-AC31D48D80C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BF0F1E-5374-7D01-FD67-A1377A3B2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93278-1EF4-9EC1-F512-663F439A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65A4-E9D3-4677-A98F-58036D169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980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D7FE-A710-D000-9825-6BB77C7FC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23CCB-A18A-8280-BF8B-6BD838509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DC1C6-1652-19CB-1F8F-3CA4A6064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6F9F8-BA48-C473-42F2-10BB7EEF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400C-D0EB-4179-AAD6-AC31D48D80C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58EE9-8962-5557-BD76-E0DA4EF8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7BC12-8539-0ED3-FCBB-F8FF0687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65A4-E9D3-4677-A98F-58036D169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02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C505D-3490-314E-C55C-95638C38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D5E5A5-CE62-88B5-7095-778EDB843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153C7-2E78-02D0-90C5-7A05D145C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3B83E-1619-9D5C-E22D-5AE9249EF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400C-D0EB-4179-AAD6-AC31D48D80C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A5E80-8F35-9446-029C-4DCD53554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89221-F772-A00E-DE5B-532C858EF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65A4-E9D3-4677-A98F-58036D169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67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7A32-A480-AB42-CC3D-3E084861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846314-3FC5-88AD-A8EC-B9B65DD6E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A5A49-5330-A2C6-070A-66C90EEB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400C-D0EB-4179-AAD6-AC31D48D80C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D676F-2DFA-A06B-ED45-09C2C670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33A49-B3DF-B96D-860F-2CCCE1E2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65A4-E9D3-4677-A98F-58036D169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345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371E35-8202-AFBC-FD07-DB6F671DD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B35B4-A6D3-EF2B-9B98-BDF5CBAAB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6031A-8DD4-E6DB-3980-46FB2772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400C-D0EB-4179-AAD6-AC31D48D80C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449DD-10C6-736A-45D3-8AECB1F89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D393A-A6ED-79BA-77B0-9FAFCAB7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65A4-E9D3-4677-A98F-58036D169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23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C1450-F39E-79CE-99B8-81BA87CA8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CE3B8-0F00-D9A9-9258-EA77F6698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2BA7C-3342-2CCB-695F-F371A6BEF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D400C-D0EB-4179-AAD6-AC31D48D80C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20C75-8CFA-EEDD-FFF6-63A1CDFE0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325D-9503-7965-66E0-C9D032027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865A4-E9D3-4677-A98F-58036D169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187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98E2F8E-2737-EC56-8CA2-E57233BE03AD}"/>
              </a:ext>
            </a:extLst>
          </p:cNvPr>
          <p:cNvSpPr/>
          <p:nvPr/>
        </p:nvSpPr>
        <p:spPr>
          <a:xfrm>
            <a:off x="0" y="0"/>
            <a:ext cx="507344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 descr="A person in a green shirt&#10;&#10;AI-generated content may be incorrect.">
            <a:extLst>
              <a:ext uri="{FF2B5EF4-FFF2-40B4-BE49-F238E27FC236}">
                <a16:creationId xmlns:a16="http://schemas.microsoft.com/office/drawing/2014/main" id="{BD31DE13-C00F-93C1-434A-73572852F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76" y="175993"/>
            <a:ext cx="928541" cy="947797"/>
          </a:xfrm>
          <a:custGeom>
            <a:avLst/>
            <a:gdLst>
              <a:gd name="connsiteX0" fmla="*/ 0 w 928541"/>
              <a:gd name="connsiteY0" fmla="*/ 0 h 947797"/>
              <a:gd name="connsiteX1" fmla="*/ 473556 w 928541"/>
              <a:gd name="connsiteY1" fmla="*/ 0 h 947797"/>
              <a:gd name="connsiteX2" fmla="*/ 928541 w 928541"/>
              <a:gd name="connsiteY2" fmla="*/ 0 h 947797"/>
              <a:gd name="connsiteX3" fmla="*/ 928541 w 928541"/>
              <a:gd name="connsiteY3" fmla="*/ 454943 h 947797"/>
              <a:gd name="connsiteX4" fmla="*/ 928541 w 928541"/>
              <a:gd name="connsiteY4" fmla="*/ 947797 h 947797"/>
              <a:gd name="connsiteX5" fmla="*/ 473556 w 928541"/>
              <a:gd name="connsiteY5" fmla="*/ 947797 h 947797"/>
              <a:gd name="connsiteX6" fmla="*/ 0 w 928541"/>
              <a:gd name="connsiteY6" fmla="*/ 947797 h 947797"/>
              <a:gd name="connsiteX7" fmla="*/ 0 w 928541"/>
              <a:gd name="connsiteY7" fmla="*/ 473899 h 947797"/>
              <a:gd name="connsiteX8" fmla="*/ 0 w 928541"/>
              <a:gd name="connsiteY8" fmla="*/ 0 h 947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8541" h="947797" fill="none" extrusionOk="0">
                <a:moveTo>
                  <a:pt x="0" y="0"/>
                </a:moveTo>
                <a:cubicBezTo>
                  <a:pt x="205908" y="23389"/>
                  <a:pt x="270704" y="-3024"/>
                  <a:pt x="473556" y="0"/>
                </a:cubicBezTo>
                <a:cubicBezTo>
                  <a:pt x="676408" y="3024"/>
                  <a:pt x="785315" y="-19229"/>
                  <a:pt x="928541" y="0"/>
                </a:cubicBezTo>
                <a:cubicBezTo>
                  <a:pt x="949195" y="138388"/>
                  <a:pt x="927723" y="331670"/>
                  <a:pt x="928541" y="454943"/>
                </a:cubicBezTo>
                <a:cubicBezTo>
                  <a:pt x="929359" y="578216"/>
                  <a:pt x="943852" y="779543"/>
                  <a:pt x="928541" y="947797"/>
                </a:cubicBezTo>
                <a:cubicBezTo>
                  <a:pt x="797915" y="961874"/>
                  <a:pt x="651808" y="957983"/>
                  <a:pt x="473556" y="947797"/>
                </a:cubicBezTo>
                <a:cubicBezTo>
                  <a:pt x="295305" y="937611"/>
                  <a:pt x="162044" y="948153"/>
                  <a:pt x="0" y="947797"/>
                </a:cubicBezTo>
                <a:cubicBezTo>
                  <a:pt x="-23625" y="846730"/>
                  <a:pt x="5558" y="703908"/>
                  <a:pt x="0" y="473899"/>
                </a:cubicBezTo>
                <a:cubicBezTo>
                  <a:pt x="-5558" y="243890"/>
                  <a:pt x="-23614" y="223275"/>
                  <a:pt x="0" y="0"/>
                </a:cubicBezTo>
                <a:close/>
              </a:path>
              <a:path w="928541" h="947797" stroke="0" extrusionOk="0">
                <a:moveTo>
                  <a:pt x="0" y="0"/>
                </a:moveTo>
                <a:cubicBezTo>
                  <a:pt x="227035" y="570"/>
                  <a:pt x="269473" y="1020"/>
                  <a:pt x="473556" y="0"/>
                </a:cubicBezTo>
                <a:cubicBezTo>
                  <a:pt x="677639" y="-1020"/>
                  <a:pt x="754137" y="-3363"/>
                  <a:pt x="928541" y="0"/>
                </a:cubicBezTo>
                <a:cubicBezTo>
                  <a:pt x="930023" y="145064"/>
                  <a:pt x="941557" y="353868"/>
                  <a:pt x="928541" y="492854"/>
                </a:cubicBezTo>
                <a:cubicBezTo>
                  <a:pt x="915525" y="631840"/>
                  <a:pt x="933463" y="752345"/>
                  <a:pt x="928541" y="947797"/>
                </a:cubicBezTo>
                <a:cubicBezTo>
                  <a:pt x="771831" y="941362"/>
                  <a:pt x="632902" y="938943"/>
                  <a:pt x="464271" y="947797"/>
                </a:cubicBezTo>
                <a:cubicBezTo>
                  <a:pt x="295640" y="956652"/>
                  <a:pt x="108944" y="950212"/>
                  <a:pt x="0" y="947797"/>
                </a:cubicBezTo>
                <a:cubicBezTo>
                  <a:pt x="-23080" y="739766"/>
                  <a:pt x="7000" y="654413"/>
                  <a:pt x="0" y="483376"/>
                </a:cubicBezTo>
                <a:cubicBezTo>
                  <a:pt x="-7000" y="312339"/>
                  <a:pt x="-10505" y="230921"/>
                  <a:pt x="0" y="0"/>
                </a:cubicBezTo>
                <a:close/>
              </a:path>
            </a:pathLst>
          </a:custGeom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2886700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E3C63F6-34DA-2F27-5051-994E23E5F58E}"/>
              </a:ext>
            </a:extLst>
          </p:cNvPr>
          <p:cNvSpPr txBox="1"/>
          <p:nvPr/>
        </p:nvSpPr>
        <p:spPr>
          <a:xfrm>
            <a:off x="1091538" y="0"/>
            <a:ext cx="4124986" cy="1191816"/>
          </a:xfrm>
          <a:prstGeom prst="roundRect">
            <a:avLst>
              <a:gd name="adj" fmla="val 17379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Praveen Barange 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 Data Analyst | BI Consultant | Data Trainer |</a:t>
            </a:r>
          </a:p>
          <a:p>
            <a:pPr algn="ctr"/>
            <a:r>
              <a:rPr lang="en-IN" sz="1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Strategy | Digital Transformation</a:t>
            </a:r>
            <a:endParaRPr lang="en-US" sz="14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0EF3715-BE38-E080-458D-C9C0E6F29C7A}"/>
              </a:ext>
            </a:extLst>
          </p:cNvPr>
          <p:cNvGrpSpPr/>
          <p:nvPr/>
        </p:nvGrpSpPr>
        <p:grpSpPr>
          <a:xfrm>
            <a:off x="253604" y="6318885"/>
            <a:ext cx="1685686" cy="333138"/>
            <a:chOff x="1721982" y="791312"/>
            <a:chExt cx="2181997" cy="400056"/>
          </a:xfrm>
        </p:grpSpPr>
        <p:pic>
          <p:nvPicPr>
            <p:cNvPr id="30" name="Picture 29" descr="A logo with different colors&#10;&#10;AI-generated content may be incorrect.">
              <a:extLst>
                <a:ext uri="{FF2B5EF4-FFF2-40B4-BE49-F238E27FC236}">
                  <a16:creationId xmlns:a16="http://schemas.microsoft.com/office/drawing/2014/main" id="{202FEA59-BA51-9344-39DE-2A71E727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8741" y="791312"/>
              <a:ext cx="357908" cy="400056"/>
            </a:xfrm>
            <a:prstGeom prst="rect">
              <a:avLst/>
            </a:prstGeom>
          </p:spPr>
        </p:pic>
        <p:pic>
          <p:nvPicPr>
            <p:cNvPr id="32" name="Picture 31" descr="A group of white circles&#10;&#10;AI-generated content may be incorrect.">
              <a:extLst>
                <a:ext uri="{FF2B5EF4-FFF2-40B4-BE49-F238E27FC236}">
                  <a16:creationId xmlns:a16="http://schemas.microsoft.com/office/drawing/2014/main" id="{3A931A2C-28D6-B4DE-F81B-7FD63DBDE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5376" y="840276"/>
              <a:ext cx="304231" cy="304231"/>
            </a:xfrm>
            <a:prstGeom prst="rect">
              <a:avLst/>
            </a:prstGeom>
          </p:spPr>
        </p:pic>
        <p:pic>
          <p:nvPicPr>
            <p:cNvPr id="34" name="Picture 33" descr="A blue square with white letters&#10;&#10;AI-generated content may be incorrect.">
              <a:extLst>
                <a:ext uri="{FF2B5EF4-FFF2-40B4-BE49-F238E27FC236}">
                  <a16:creationId xmlns:a16="http://schemas.microsoft.com/office/drawing/2014/main" id="{E6447176-160B-66DD-E606-F0DFCDC39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1613" y="839238"/>
              <a:ext cx="307628" cy="307628"/>
            </a:xfrm>
            <a:prstGeom prst="rect">
              <a:avLst/>
            </a:prstGeom>
          </p:spPr>
        </p:pic>
        <p:pic>
          <p:nvPicPr>
            <p:cNvPr id="36" name="Picture 3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451AABAE-FA51-51E0-99A4-AF4558614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5742" y="835814"/>
              <a:ext cx="311052" cy="311052"/>
            </a:xfrm>
            <a:prstGeom prst="rect">
              <a:avLst/>
            </a:prstGeom>
          </p:spPr>
        </p:pic>
        <p:pic>
          <p:nvPicPr>
            <p:cNvPr id="40" name="Picture 39" descr="A book with text overlay&#10;&#10;AI-generated content may be incorrect.">
              <a:extLst>
                <a:ext uri="{FF2B5EF4-FFF2-40B4-BE49-F238E27FC236}">
                  <a16:creationId xmlns:a16="http://schemas.microsoft.com/office/drawing/2014/main" id="{F4E44CB3-6D63-D1C5-FC8E-20E402BAF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2928" y="840275"/>
              <a:ext cx="311051" cy="311051"/>
            </a:xfrm>
            <a:prstGeom prst="rect">
              <a:avLst/>
            </a:prstGeom>
          </p:spPr>
        </p:pic>
        <p:pic>
          <p:nvPicPr>
            <p:cNvPr id="44" name="Picture 43" descr="A green square with a white phone symbol&#10;&#10;AI-generated content may be incorrect.">
              <a:extLst>
                <a:ext uri="{FF2B5EF4-FFF2-40B4-BE49-F238E27FC236}">
                  <a16:creationId xmlns:a16="http://schemas.microsoft.com/office/drawing/2014/main" id="{890162D0-89AC-1824-3615-29D49D3FF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982" y="835814"/>
              <a:ext cx="317018" cy="317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9519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B72FD-6732-25C0-7929-940EED21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0DF843B-A465-3502-53CD-61FBA536B026}"/>
              </a:ext>
            </a:extLst>
          </p:cNvPr>
          <p:cNvSpPr/>
          <p:nvPr/>
        </p:nvSpPr>
        <p:spPr>
          <a:xfrm>
            <a:off x="0" y="0"/>
            <a:ext cx="507344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 descr="A person in a green shirt&#10;&#10;AI-generated content may be incorrect.">
            <a:extLst>
              <a:ext uri="{FF2B5EF4-FFF2-40B4-BE49-F238E27FC236}">
                <a16:creationId xmlns:a16="http://schemas.microsoft.com/office/drawing/2014/main" id="{EF06118D-B24B-970F-3C9B-849694E78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76" y="175993"/>
            <a:ext cx="928541" cy="947797"/>
          </a:xfrm>
          <a:custGeom>
            <a:avLst/>
            <a:gdLst>
              <a:gd name="connsiteX0" fmla="*/ 0 w 928541"/>
              <a:gd name="connsiteY0" fmla="*/ 0 h 947797"/>
              <a:gd name="connsiteX1" fmla="*/ 473556 w 928541"/>
              <a:gd name="connsiteY1" fmla="*/ 0 h 947797"/>
              <a:gd name="connsiteX2" fmla="*/ 928541 w 928541"/>
              <a:gd name="connsiteY2" fmla="*/ 0 h 947797"/>
              <a:gd name="connsiteX3" fmla="*/ 928541 w 928541"/>
              <a:gd name="connsiteY3" fmla="*/ 454943 h 947797"/>
              <a:gd name="connsiteX4" fmla="*/ 928541 w 928541"/>
              <a:gd name="connsiteY4" fmla="*/ 947797 h 947797"/>
              <a:gd name="connsiteX5" fmla="*/ 473556 w 928541"/>
              <a:gd name="connsiteY5" fmla="*/ 947797 h 947797"/>
              <a:gd name="connsiteX6" fmla="*/ 0 w 928541"/>
              <a:gd name="connsiteY6" fmla="*/ 947797 h 947797"/>
              <a:gd name="connsiteX7" fmla="*/ 0 w 928541"/>
              <a:gd name="connsiteY7" fmla="*/ 473899 h 947797"/>
              <a:gd name="connsiteX8" fmla="*/ 0 w 928541"/>
              <a:gd name="connsiteY8" fmla="*/ 0 h 947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8541" h="947797" fill="none" extrusionOk="0">
                <a:moveTo>
                  <a:pt x="0" y="0"/>
                </a:moveTo>
                <a:cubicBezTo>
                  <a:pt x="205908" y="23389"/>
                  <a:pt x="270704" y="-3024"/>
                  <a:pt x="473556" y="0"/>
                </a:cubicBezTo>
                <a:cubicBezTo>
                  <a:pt x="676408" y="3024"/>
                  <a:pt x="785315" y="-19229"/>
                  <a:pt x="928541" y="0"/>
                </a:cubicBezTo>
                <a:cubicBezTo>
                  <a:pt x="949195" y="138388"/>
                  <a:pt x="927723" y="331670"/>
                  <a:pt x="928541" y="454943"/>
                </a:cubicBezTo>
                <a:cubicBezTo>
                  <a:pt x="929359" y="578216"/>
                  <a:pt x="943852" y="779543"/>
                  <a:pt x="928541" y="947797"/>
                </a:cubicBezTo>
                <a:cubicBezTo>
                  <a:pt x="797915" y="961874"/>
                  <a:pt x="651808" y="957983"/>
                  <a:pt x="473556" y="947797"/>
                </a:cubicBezTo>
                <a:cubicBezTo>
                  <a:pt x="295305" y="937611"/>
                  <a:pt x="162044" y="948153"/>
                  <a:pt x="0" y="947797"/>
                </a:cubicBezTo>
                <a:cubicBezTo>
                  <a:pt x="-23625" y="846730"/>
                  <a:pt x="5558" y="703908"/>
                  <a:pt x="0" y="473899"/>
                </a:cubicBezTo>
                <a:cubicBezTo>
                  <a:pt x="-5558" y="243890"/>
                  <a:pt x="-23614" y="223275"/>
                  <a:pt x="0" y="0"/>
                </a:cubicBezTo>
                <a:close/>
              </a:path>
              <a:path w="928541" h="947797" stroke="0" extrusionOk="0">
                <a:moveTo>
                  <a:pt x="0" y="0"/>
                </a:moveTo>
                <a:cubicBezTo>
                  <a:pt x="227035" y="570"/>
                  <a:pt x="269473" y="1020"/>
                  <a:pt x="473556" y="0"/>
                </a:cubicBezTo>
                <a:cubicBezTo>
                  <a:pt x="677639" y="-1020"/>
                  <a:pt x="754137" y="-3363"/>
                  <a:pt x="928541" y="0"/>
                </a:cubicBezTo>
                <a:cubicBezTo>
                  <a:pt x="930023" y="145064"/>
                  <a:pt x="941557" y="353868"/>
                  <a:pt x="928541" y="492854"/>
                </a:cubicBezTo>
                <a:cubicBezTo>
                  <a:pt x="915525" y="631840"/>
                  <a:pt x="933463" y="752345"/>
                  <a:pt x="928541" y="947797"/>
                </a:cubicBezTo>
                <a:cubicBezTo>
                  <a:pt x="771831" y="941362"/>
                  <a:pt x="632902" y="938943"/>
                  <a:pt x="464271" y="947797"/>
                </a:cubicBezTo>
                <a:cubicBezTo>
                  <a:pt x="295640" y="956652"/>
                  <a:pt x="108944" y="950212"/>
                  <a:pt x="0" y="947797"/>
                </a:cubicBezTo>
                <a:cubicBezTo>
                  <a:pt x="-23080" y="739766"/>
                  <a:pt x="7000" y="654413"/>
                  <a:pt x="0" y="483376"/>
                </a:cubicBezTo>
                <a:cubicBezTo>
                  <a:pt x="-7000" y="312339"/>
                  <a:pt x="-10505" y="230921"/>
                  <a:pt x="0" y="0"/>
                </a:cubicBezTo>
                <a:close/>
              </a:path>
            </a:pathLst>
          </a:custGeom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2886700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FEFA10A-A437-F00F-C198-E15E130628EA}"/>
              </a:ext>
            </a:extLst>
          </p:cNvPr>
          <p:cNvSpPr txBox="1"/>
          <p:nvPr/>
        </p:nvSpPr>
        <p:spPr>
          <a:xfrm>
            <a:off x="1091538" y="0"/>
            <a:ext cx="4124986" cy="1191816"/>
          </a:xfrm>
          <a:prstGeom prst="roundRect">
            <a:avLst>
              <a:gd name="adj" fmla="val 17379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Praveen Barange 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 Data Analyst | BI Consultant | Data Trainer |</a:t>
            </a:r>
          </a:p>
          <a:p>
            <a:pPr algn="ctr"/>
            <a:r>
              <a:rPr lang="en-IN" sz="1400" dirty="0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Strategy | Digital Transformation</a:t>
            </a:r>
            <a:endParaRPr lang="en-US" sz="1400" dirty="0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72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BC2D1-475B-8F45-390B-4A6C2BBD8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0245E84-2628-4A10-E547-A80EF87CA5C6}"/>
              </a:ext>
            </a:extLst>
          </p:cNvPr>
          <p:cNvSpPr/>
          <p:nvPr/>
        </p:nvSpPr>
        <p:spPr>
          <a:xfrm>
            <a:off x="0" y="0"/>
            <a:ext cx="507344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 descr="A person in a green shirt&#10;&#10;AI-generated content may be incorrect.">
            <a:extLst>
              <a:ext uri="{FF2B5EF4-FFF2-40B4-BE49-F238E27FC236}">
                <a16:creationId xmlns:a16="http://schemas.microsoft.com/office/drawing/2014/main" id="{9E000593-2012-DA76-A215-7B75E3471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76" y="175993"/>
            <a:ext cx="928541" cy="947797"/>
          </a:xfrm>
          <a:custGeom>
            <a:avLst/>
            <a:gdLst>
              <a:gd name="connsiteX0" fmla="*/ 0 w 928541"/>
              <a:gd name="connsiteY0" fmla="*/ 0 h 947797"/>
              <a:gd name="connsiteX1" fmla="*/ 473556 w 928541"/>
              <a:gd name="connsiteY1" fmla="*/ 0 h 947797"/>
              <a:gd name="connsiteX2" fmla="*/ 928541 w 928541"/>
              <a:gd name="connsiteY2" fmla="*/ 0 h 947797"/>
              <a:gd name="connsiteX3" fmla="*/ 928541 w 928541"/>
              <a:gd name="connsiteY3" fmla="*/ 454943 h 947797"/>
              <a:gd name="connsiteX4" fmla="*/ 928541 w 928541"/>
              <a:gd name="connsiteY4" fmla="*/ 947797 h 947797"/>
              <a:gd name="connsiteX5" fmla="*/ 473556 w 928541"/>
              <a:gd name="connsiteY5" fmla="*/ 947797 h 947797"/>
              <a:gd name="connsiteX6" fmla="*/ 0 w 928541"/>
              <a:gd name="connsiteY6" fmla="*/ 947797 h 947797"/>
              <a:gd name="connsiteX7" fmla="*/ 0 w 928541"/>
              <a:gd name="connsiteY7" fmla="*/ 473899 h 947797"/>
              <a:gd name="connsiteX8" fmla="*/ 0 w 928541"/>
              <a:gd name="connsiteY8" fmla="*/ 0 h 947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8541" h="947797" fill="none" extrusionOk="0">
                <a:moveTo>
                  <a:pt x="0" y="0"/>
                </a:moveTo>
                <a:cubicBezTo>
                  <a:pt x="205908" y="23389"/>
                  <a:pt x="270704" y="-3024"/>
                  <a:pt x="473556" y="0"/>
                </a:cubicBezTo>
                <a:cubicBezTo>
                  <a:pt x="676408" y="3024"/>
                  <a:pt x="785315" y="-19229"/>
                  <a:pt x="928541" y="0"/>
                </a:cubicBezTo>
                <a:cubicBezTo>
                  <a:pt x="949195" y="138388"/>
                  <a:pt x="927723" y="331670"/>
                  <a:pt x="928541" y="454943"/>
                </a:cubicBezTo>
                <a:cubicBezTo>
                  <a:pt x="929359" y="578216"/>
                  <a:pt x="943852" y="779543"/>
                  <a:pt x="928541" y="947797"/>
                </a:cubicBezTo>
                <a:cubicBezTo>
                  <a:pt x="797915" y="961874"/>
                  <a:pt x="651808" y="957983"/>
                  <a:pt x="473556" y="947797"/>
                </a:cubicBezTo>
                <a:cubicBezTo>
                  <a:pt x="295305" y="937611"/>
                  <a:pt x="162044" y="948153"/>
                  <a:pt x="0" y="947797"/>
                </a:cubicBezTo>
                <a:cubicBezTo>
                  <a:pt x="-23625" y="846730"/>
                  <a:pt x="5558" y="703908"/>
                  <a:pt x="0" y="473899"/>
                </a:cubicBezTo>
                <a:cubicBezTo>
                  <a:pt x="-5558" y="243890"/>
                  <a:pt x="-23614" y="223275"/>
                  <a:pt x="0" y="0"/>
                </a:cubicBezTo>
                <a:close/>
              </a:path>
              <a:path w="928541" h="947797" stroke="0" extrusionOk="0">
                <a:moveTo>
                  <a:pt x="0" y="0"/>
                </a:moveTo>
                <a:cubicBezTo>
                  <a:pt x="227035" y="570"/>
                  <a:pt x="269473" y="1020"/>
                  <a:pt x="473556" y="0"/>
                </a:cubicBezTo>
                <a:cubicBezTo>
                  <a:pt x="677639" y="-1020"/>
                  <a:pt x="754137" y="-3363"/>
                  <a:pt x="928541" y="0"/>
                </a:cubicBezTo>
                <a:cubicBezTo>
                  <a:pt x="930023" y="145064"/>
                  <a:pt x="941557" y="353868"/>
                  <a:pt x="928541" y="492854"/>
                </a:cubicBezTo>
                <a:cubicBezTo>
                  <a:pt x="915525" y="631840"/>
                  <a:pt x="933463" y="752345"/>
                  <a:pt x="928541" y="947797"/>
                </a:cubicBezTo>
                <a:cubicBezTo>
                  <a:pt x="771831" y="941362"/>
                  <a:pt x="632902" y="938943"/>
                  <a:pt x="464271" y="947797"/>
                </a:cubicBezTo>
                <a:cubicBezTo>
                  <a:pt x="295640" y="956652"/>
                  <a:pt x="108944" y="950212"/>
                  <a:pt x="0" y="947797"/>
                </a:cubicBezTo>
                <a:cubicBezTo>
                  <a:pt x="-23080" y="739766"/>
                  <a:pt x="7000" y="654413"/>
                  <a:pt x="0" y="483376"/>
                </a:cubicBezTo>
                <a:cubicBezTo>
                  <a:pt x="-7000" y="312339"/>
                  <a:pt x="-10505" y="230921"/>
                  <a:pt x="0" y="0"/>
                </a:cubicBezTo>
                <a:close/>
              </a:path>
            </a:pathLst>
          </a:custGeom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2886700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8844E6-6B8A-A9FF-2C17-CC24791B219F}"/>
              </a:ext>
            </a:extLst>
          </p:cNvPr>
          <p:cNvSpPr txBox="1"/>
          <p:nvPr/>
        </p:nvSpPr>
        <p:spPr>
          <a:xfrm>
            <a:off x="1091538" y="0"/>
            <a:ext cx="4124986" cy="1191816"/>
          </a:xfrm>
          <a:prstGeom prst="roundRect">
            <a:avLst>
              <a:gd name="adj" fmla="val 17379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Praveen Barange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 Data Analyst | BI Consultant | Data Trainer |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Strategy | Digital Transformation</a:t>
            </a:r>
            <a:endParaRPr lang="en-US" sz="14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93552D9-3A09-F550-F5AE-E40412FA71D1}"/>
              </a:ext>
            </a:extLst>
          </p:cNvPr>
          <p:cNvGrpSpPr/>
          <p:nvPr/>
        </p:nvGrpSpPr>
        <p:grpSpPr>
          <a:xfrm>
            <a:off x="253604" y="6396045"/>
            <a:ext cx="1478676" cy="255978"/>
            <a:chOff x="1721982" y="791312"/>
            <a:chExt cx="2181997" cy="400056"/>
          </a:xfrm>
        </p:grpSpPr>
        <p:pic>
          <p:nvPicPr>
            <p:cNvPr id="30" name="Picture 29" descr="A logo with different colors&#10;&#10;AI-generated content may be incorrect.">
              <a:extLst>
                <a:ext uri="{FF2B5EF4-FFF2-40B4-BE49-F238E27FC236}">
                  <a16:creationId xmlns:a16="http://schemas.microsoft.com/office/drawing/2014/main" id="{0617A4F9-A6C6-E91D-754E-E6D10833F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8741" y="791312"/>
              <a:ext cx="357908" cy="400056"/>
            </a:xfrm>
            <a:prstGeom prst="rect">
              <a:avLst/>
            </a:prstGeom>
          </p:spPr>
        </p:pic>
        <p:pic>
          <p:nvPicPr>
            <p:cNvPr id="32" name="Picture 31" descr="A group of white circles&#10;&#10;AI-generated content may be incorrect.">
              <a:extLst>
                <a:ext uri="{FF2B5EF4-FFF2-40B4-BE49-F238E27FC236}">
                  <a16:creationId xmlns:a16="http://schemas.microsoft.com/office/drawing/2014/main" id="{F4E480F7-9916-A461-B42B-7F8BB6C23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5376" y="840276"/>
              <a:ext cx="304231" cy="304231"/>
            </a:xfrm>
            <a:prstGeom prst="rect">
              <a:avLst/>
            </a:prstGeom>
          </p:spPr>
        </p:pic>
        <p:pic>
          <p:nvPicPr>
            <p:cNvPr id="34" name="Picture 33" descr="A blue square with white letters&#10;&#10;AI-generated content may be incorrect.">
              <a:extLst>
                <a:ext uri="{FF2B5EF4-FFF2-40B4-BE49-F238E27FC236}">
                  <a16:creationId xmlns:a16="http://schemas.microsoft.com/office/drawing/2014/main" id="{9D82C3B9-224F-D1B2-BD9C-F18004876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1613" y="839238"/>
              <a:ext cx="307628" cy="307628"/>
            </a:xfrm>
            <a:prstGeom prst="rect">
              <a:avLst/>
            </a:prstGeom>
          </p:spPr>
        </p:pic>
        <p:pic>
          <p:nvPicPr>
            <p:cNvPr id="36" name="Picture 3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7AEC48F-124B-4EF0-9351-AC3DC668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5742" y="835814"/>
              <a:ext cx="311052" cy="311052"/>
            </a:xfrm>
            <a:prstGeom prst="rect">
              <a:avLst/>
            </a:prstGeom>
          </p:spPr>
        </p:pic>
        <p:pic>
          <p:nvPicPr>
            <p:cNvPr id="40" name="Picture 39" descr="A book with text overlay&#10;&#10;AI-generated content may be incorrect.">
              <a:extLst>
                <a:ext uri="{FF2B5EF4-FFF2-40B4-BE49-F238E27FC236}">
                  <a16:creationId xmlns:a16="http://schemas.microsoft.com/office/drawing/2014/main" id="{749F7E2E-37FE-4B10-7AD3-F012AB370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2928" y="840275"/>
              <a:ext cx="311051" cy="311051"/>
            </a:xfrm>
            <a:prstGeom prst="rect">
              <a:avLst/>
            </a:prstGeom>
          </p:spPr>
        </p:pic>
        <p:pic>
          <p:nvPicPr>
            <p:cNvPr id="44" name="Picture 43" descr="A green square with a white phone symbol&#10;&#10;AI-generated content may be incorrect.">
              <a:extLst>
                <a:ext uri="{FF2B5EF4-FFF2-40B4-BE49-F238E27FC236}">
                  <a16:creationId xmlns:a16="http://schemas.microsoft.com/office/drawing/2014/main" id="{F644BE0D-0D57-C7B2-6A96-5D59A9E97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982" y="835814"/>
              <a:ext cx="317018" cy="317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6586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0A9FA-D296-5485-194A-FEFDF3A06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335" y="605171"/>
            <a:ext cx="2092646" cy="126950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623B98-8192-F4AD-6479-E69640041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196" y="605171"/>
            <a:ext cx="2104760" cy="126950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2A400D-553D-C9C9-A86E-0AAD4FDBD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714" y="2278220"/>
            <a:ext cx="2246501" cy="1254428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486F71-D342-8458-B5FD-6DD8A8E61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524" y="2270685"/>
            <a:ext cx="2092645" cy="1269499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AC6662-E82A-6E44-179C-0EAD8E945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334" y="2270685"/>
            <a:ext cx="2092645" cy="126950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997C49-3744-8A43-F753-BE2A7D5161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220" y="4121435"/>
            <a:ext cx="2104759" cy="1269321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8EB902-936B-E446-0D60-3BF2F104C0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1633" y="4088127"/>
            <a:ext cx="2104759" cy="130263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D6DCCD-C9F4-7AE2-5824-ADC3BF73B2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8046" y="4088127"/>
            <a:ext cx="2260170" cy="1302629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22FD91-161A-DC12-7A30-36CBD7C0D1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4868" y="590099"/>
            <a:ext cx="2260169" cy="2253194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694234-9281-8E8E-B092-33A5B9F64A9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171" y="590099"/>
            <a:ext cx="2279044" cy="126950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3790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51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</dc:creator>
  <cp:lastModifiedBy>Praveen</cp:lastModifiedBy>
  <cp:revision>2</cp:revision>
  <dcterms:created xsi:type="dcterms:W3CDTF">2025-11-24T16:26:29Z</dcterms:created>
  <dcterms:modified xsi:type="dcterms:W3CDTF">2025-11-25T12:40:50Z</dcterms:modified>
</cp:coreProperties>
</file>